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6" r:id="rId6"/>
    <p:sldId id="267" r:id="rId7"/>
    <p:sldId id="264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85800" y="2568186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2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17/02/2026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49838" y="0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862750" y="3192243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object 11"/>
          <p:cNvSpPr txBox="1"/>
          <p:nvPr/>
        </p:nvSpPr>
        <p:spPr>
          <a:xfrm>
            <a:off x="5908358" y="327133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  <p:sp>
        <p:nvSpPr>
          <p:cNvPr id="19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</a:t>
            </a:r>
            <a:r>
              <a:rPr lang="es-419" sz="1600" dirty="0" smtClean="0"/>
              <a:t>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23213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217760" y="2181578"/>
            <a:ext cx="6477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Durante esta semana se estructuró y organizó formalmente el </a:t>
            </a:r>
            <a:r>
              <a:rPr lang="es-419" b="1" dirty="0" smtClean="0"/>
              <a:t>Product Backlog del proyecto en Jira</a:t>
            </a:r>
            <a:r>
              <a:rPr lang="es-419" dirty="0" smtClean="0"/>
              <a:t>, definiendo y priorizando las historias de usuario según la arquitectura distribuida planteada.</a:t>
            </a:r>
          </a:p>
          <a:p>
            <a:r>
              <a:rPr lang="es-419" dirty="0" smtClean="0"/>
              <a:t>Se establecieron los EPIC principales del sistema, se asignaron responsabilidades por rol (PO, Backend, Frontend y QA), se estimaron tiempos de desarrollo y se organizó la planificación por semanas hasta la entrega final.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771" y="639226"/>
            <a:ext cx="4789917" cy="233252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598" y="3217983"/>
            <a:ext cx="2504343" cy="344347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6"/>
          <a:srcRect l="28917" t="55209" r="41801" b="8333"/>
          <a:stretch/>
        </p:blipFill>
        <p:spPr>
          <a:xfrm>
            <a:off x="5871663" y="4175246"/>
            <a:ext cx="3560110" cy="24920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2299901"/>
            <a:ext cx="6477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En esta etapa no se realizó implementación de código ni configuración técnica de los microservicios.</a:t>
            </a:r>
          </a:p>
          <a:p>
            <a:r>
              <a:rPr lang="es-419" dirty="0" smtClean="0"/>
              <a:t>No se realizó documentación (RF – RNF)</a:t>
            </a:r>
          </a:p>
          <a:p>
            <a:r>
              <a:rPr lang="es-419" dirty="0" smtClean="0"/>
              <a:t>Tampoco se crearon aún los proyectos del backend, no se configuraron bases de datos independientes ni se implementaron mecanismos de seguridad o comunicación entre servicios.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749934" y="1995101"/>
            <a:ext cx="6477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En la próxima semana iniciaremos formalmente la fase de </a:t>
            </a:r>
            <a:r>
              <a:rPr lang="es-419" b="1" dirty="0" smtClean="0"/>
              <a:t>Arquitectura Distribuida</a:t>
            </a:r>
            <a:r>
              <a:rPr lang="es-419" dirty="0" smtClean="0"/>
              <a:t>, comenzando con la definición técnica de los microservicios que conformarán el sistema rematePOS, además, se organizará la documentación debida con sus respectivos requisitos funcionales y no funcionales.</a:t>
            </a:r>
          </a:p>
          <a:p>
            <a:r>
              <a:rPr lang="es-419" dirty="0" smtClean="0"/>
              <a:t>El objetivo será establecer la base estructural del proyecto antes de implementar lógica de negocio.</a:t>
            </a:r>
          </a:p>
          <a:p>
            <a:endParaRPr lang="es-419" dirty="0"/>
          </a:p>
          <a:p>
            <a:r>
              <a:rPr lang="pt-BR" b="1" dirty="0" smtClean="0"/>
              <a:t>PO</a:t>
            </a:r>
            <a:r>
              <a:rPr lang="pt-BR" dirty="0" smtClean="0"/>
              <a:t> - Definir </a:t>
            </a:r>
            <a:r>
              <a:rPr lang="pt-BR" dirty="0" err="1" smtClean="0"/>
              <a:t>visión</a:t>
            </a:r>
            <a:r>
              <a:rPr lang="pt-BR" dirty="0" smtClean="0"/>
              <a:t> de </a:t>
            </a:r>
            <a:r>
              <a:rPr lang="pt-BR" dirty="0" err="1" smtClean="0"/>
              <a:t>arquitectura</a:t>
            </a:r>
            <a:r>
              <a:rPr lang="pt-BR" dirty="0" smtClean="0"/>
              <a:t> </a:t>
            </a:r>
            <a:r>
              <a:rPr lang="pt-BR" dirty="0" err="1" smtClean="0"/>
              <a:t>distribuida</a:t>
            </a:r>
            <a:r>
              <a:rPr lang="pt-BR" dirty="0" smtClean="0"/>
              <a:t> </a:t>
            </a:r>
          </a:p>
          <a:p>
            <a:r>
              <a:rPr lang="pt-BR" b="1" dirty="0" err="1" smtClean="0"/>
              <a:t>Backend</a:t>
            </a:r>
            <a:r>
              <a:rPr lang="pt-BR" dirty="0" smtClean="0"/>
              <a:t> – Definir </a:t>
            </a:r>
            <a:r>
              <a:rPr lang="pt-BR" dirty="0" err="1" smtClean="0"/>
              <a:t>arquitectura</a:t>
            </a:r>
            <a:r>
              <a:rPr lang="pt-BR" dirty="0" smtClean="0"/>
              <a:t> de </a:t>
            </a:r>
            <a:r>
              <a:rPr lang="pt-BR" dirty="0" err="1" smtClean="0"/>
              <a:t>microservicios</a:t>
            </a:r>
            <a:r>
              <a:rPr lang="pt-BR" dirty="0" smtClean="0"/>
              <a:t>, </a:t>
            </a:r>
          </a:p>
          <a:p>
            <a:r>
              <a:rPr lang="pt-BR" dirty="0" smtClean="0"/>
              <a:t>Modelar </a:t>
            </a:r>
            <a:r>
              <a:rPr lang="pt-BR" dirty="0" err="1" smtClean="0"/>
              <a:t>dominio</a:t>
            </a:r>
            <a:r>
              <a:rPr lang="pt-BR" dirty="0" smtClean="0"/>
              <a:t> por </a:t>
            </a:r>
            <a:r>
              <a:rPr lang="pt-BR" dirty="0" err="1" smtClean="0"/>
              <a:t>microservicio</a:t>
            </a:r>
            <a:endParaRPr lang="pt-BR" dirty="0"/>
          </a:p>
          <a:p>
            <a:r>
              <a:rPr lang="pt-BR" b="1" dirty="0" err="1" smtClean="0"/>
              <a:t>Frontend</a:t>
            </a:r>
            <a:r>
              <a:rPr lang="pt-BR" dirty="0" smtClean="0"/>
              <a:t> - </a:t>
            </a:r>
            <a:r>
              <a:rPr lang="pt-BR" dirty="0" err="1" smtClean="0"/>
              <a:t>Diseñar</a:t>
            </a:r>
            <a:r>
              <a:rPr lang="pt-BR" dirty="0" smtClean="0"/>
              <a:t> </a:t>
            </a:r>
            <a:r>
              <a:rPr lang="pt-BR" dirty="0" err="1" smtClean="0"/>
              <a:t>experiencia</a:t>
            </a:r>
            <a:r>
              <a:rPr lang="pt-BR" dirty="0" smtClean="0"/>
              <a:t> </a:t>
            </a:r>
            <a:r>
              <a:rPr lang="pt-BR" dirty="0" err="1" smtClean="0"/>
              <a:t>basada</a:t>
            </a:r>
            <a:r>
              <a:rPr lang="pt-BR" dirty="0" smtClean="0"/>
              <a:t> </a:t>
            </a:r>
            <a:r>
              <a:rPr lang="pt-BR" dirty="0" err="1" smtClean="0"/>
              <a:t>en</a:t>
            </a:r>
            <a:r>
              <a:rPr lang="pt-BR" dirty="0" smtClean="0"/>
              <a:t> </a:t>
            </a:r>
            <a:r>
              <a:rPr lang="pt-BR" dirty="0" err="1" smtClean="0"/>
              <a:t>arquitectura</a:t>
            </a:r>
            <a:r>
              <a:rPr lang="pt-BR" dirty="0" smtClean="0"/>
              <a:t> </a:t>
            </a:r>
            <a:r>
              <a:rPr lang="pt-BR" dirty="0" err="1" smtClean="0"/>
              <a:t>distribuida</a:t>
            </a:r>
            <a:r>
              <a:rPr lang="pt-BR" dirty="0" smtClean="0"/>
              <a:t> </a:t>
            </a:r>
          </a:p>
          <a:p>
            <a:r>
              <a:rPr lang="pt-BR" b="1" dirty="0" smtClean="0"/>
              <a:t>QA</a:t>
            </a:r>
            <a:r>
              <a:rPr lang="pt-BR" dirty="0" smtClean="0"/>
              <a:t> - Definir </a:t>
            </a:r>
            <a:r>
              <a:rPr lang="pt-BR" dirty="0" err="1" smtClean="0"/>
              <a:t>estrategia</a:t>
            </a:r>
            <a:r>
              <a:rPr lang="pt-BR" dirty="0" smtClean="0"/>
              <a:t> de </a:t>
            </a:r>
            <a:r>
              <a:rPr lang="pt-BR" dirty="0" err="1" smtClean="0"/>
              <a:t>pruebas</a:t>
            </a:r>
            <a:r>
              <a:rPr lang="pt-BR" dirty="0" smtClean="0"/>
              <a:t> </a:t>
            </a:r>
            <a:r>
              <a:rPr lang="pt-BR" dirty="0" err="1" smtClean="0"/>
              <a:t>distribuidas</a:t>
            </a:r>
            <a:r>
              <a:rPr lang="pt-BR" dirty="0" smtClean="0"/>
              <a:t> </a:t>
            </a:r>
            <a:endParaRPr lang="es-419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9600" y="3581400"/>
            <a:ext cx="4551403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54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1225" y="0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478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19</cp:revision>
  <dcterms:created xsi:type="dcterms:W3CDTF">2026-02-10T14:39:01Z</dcterms:created>
  <dcterms:modified xsi:type="dcterms:W3CDTF">2026-02-24T21:23:18Z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